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an/Projects/ai-xw-mindmap/marketing/assets/ppt-images/day1-am-launch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an/Projects/ai-xw-mindmap/marketing/assets/ppt-images/day1-pm-install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an/Projects/ai-xw-mindmap/marketing/assets/ppt-images/day2-am-codex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an/Projects/ai-xw-mindmap/marketing/assets/ppt-images/day2-pm-safety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an/Projects/ai-xw-mindmap/marketing/assets/ppt-images/day3-am-efficiency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uan/Projects/ai-xw-mindmap/marketing/assets/ppt-images/day3-pm-roadmap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新网脑图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xw-mindmap 小红书三天宣传图</dc:title>
  <dc:subject>新网脑图 AI Skill 小红书三天宣传图</dc:subject>
  <dc:creator>xw-mindmap</dc:creator>
  <cp:lastModifiedBy>xw-mindmap</cp:lastModifiedBy>
  <cp:revision>1</cp:revision>
  <dcterms:created xsi:type="dcterms:W3CDTF">2026-05-17T12:11:07Z</dcterms:created>
  <dcterms:modified xsi:type="dcterms:W3CDTF">2026-05-17T12:11:07Z</dcterms:modified>
</cp:coreProperties>
</file>